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omfortaa" panose="020B0604020202020204" charset="0"/>
      <p:regular r:id="rId17"/>
      <p:bold r:id="rId18"/>
    </p:embeddedFont>
    <p:embeddedFont>
      <p:font typeface="Libre Baskerville" panose="02000000000000000000" pitchFamily="2" charset="0"/>
      <p:regular r:id="rId19"/>
      <p:italic r:id="rId20"/>
    </p:embeddedFont>
    <p:embeddedFont>
      <p:font typeface="Montserrat" panose="020F0502020204030204" pitchFamily="2" charset="0"/>
      <p:regular r:id="rId21"/>
      <p:bold r:id="rId22"/>
      <p:italic r:id="rId23"/>
      <p:boldItalic r:id="rId24"/>
    </p:embeddedFont>
    <p:embeddedFont>
      <p:font typeface="Montserrat Light" panose="020F0502020204030204" pitchFamily="2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Light" panose="020B0502040204020203" pitchFamily="2" charset="0"/>
      <p:regular r:id="rId33"/>
      <p:bold r:id="rId34"/>
      <p:italic r:id="rId35"/>
      <p:boldItalic r:id="rId36"/>
    </p:embeddedFont>
    <p:embeddedFont>
      <p:font typeface="Poppins SemiBold" panose="020B0502040204020203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646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0154E-1FCB-2DD2-E4D3-9726BA5EBFD7}" v="1" dt="2024-04-02T23:01:13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539" y="96"/>
      </p:cViewPr>
      <p:guideLst>
        <p:guide pos="564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microsoft.com/office/2015/10/relationships/revisionInfo" Target="revisionInfo.xml"/><Relationship Id="rId20" Type="http://schemas.openxmlformats.org/officeDocument/2006/relationships/font" Target="fonts/font4.fntdata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 Papic" userId="S::kpapic_unit@externos.duoc.cl::57c0be63-8a8c-4e1f-a667-e07f277a8ac1" providerId="AD" clId="Web-{6050154E-1FCB-2DD2-E4D3-9726BA5EBFD7}"/>
    <pc:docChg chg="modSld">
      <pc:chgData name="Kata Papic" userId="S::kpapic_unit@externos.duoc.cl::57c0be63-8a8c-4e1f-a667-e07f277a8ac1" providerId="AD" clId="Web-{6050154E-1FCB-2DD2-E4D3-9726BA5EBFD7}" dt="2024-04-02T23:01:13.764" v="0"/>
      <pc:docMkLst>
        <pc:docMk/>
      </pc:docMkLst>
      <pc:sldChg chg="delSp">
        <pc:chgData name="Kata Papic" userId="S::kpapic_unit@externos.duoc.cl::57c0be63-8a8c-4e1f-a667-e07f277a8ac1" providerId="AD" clId="Web-{6050154E-1FCB-2DD2-E4D3-9726BA5EBFD7}" dt="2024-04-02T23:01:13.764" v="0"/>
        <pc:sldMkLst>
          <pc:docMk/>
          <pc:sldMk cId="0" sldId="256"/>
        </pc:sldMkLst>
        <pc:picChg chg="del">
          <ac:chgData name="Kata Papic" userId="S::kpapic_unit@externos.duoc.cl::57c0be63-8a8c-4e1f-a667-e07f277a8ac1" providerId="AD" clId="Web-{6050154E-1FCB-2DD2-E4D3-9726BA5EBFD7}" dt="2024-04-02T23:01:13.764" v="0"/>
          <ac:picMkLst>
            <pc:docMk/>
            <pc:sldMk cId="0" sldId="256"/>
            <ac:picMk id="28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c210345c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c210345c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ea886969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8ea886969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1b50724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c1b50724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c1b50724e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c1b50724e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c1b50724e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c1b50724e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c1b50724e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c1b50724e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c1b50724e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c1b50724e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1b50724e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c1b50724e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c1b50724e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c1b50724e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c1bb72c3c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c1bb72c3c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c1bb72c3c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c1bb72c3c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c1bb72c3c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c1bb72c3c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c1bb72c3c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c1bb72c3c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c1b50724e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c1b50724e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Portada color sólido">
  <p:cSld name="Anid_principal_2">
    <p:bg>
      <p:bgPr>
        <a:solidFill>
          <a:schemeClr val="l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63800"/>
            <a:ext cx="91440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625" y="181475"/>
            <a:ext cx="834775" cy="3849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499350" y="2750550"/>
            <a:ext cx="8151300" cy="14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499350" y="4435700"/>
            <a:ext cx="4842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8028875" y="305100"/>
            <a:ext cx="6276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unit.la</a:t>
            </a:r>
            <a:endParaRPr sz="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Portada con patrón">
  <p:cSld name="Anid_principal_2_4">
    <p:bg>
      <p:bgPr>
        <a:solidFill>
          <a:schemeClr val="accent3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9975" y="181475"/>
            <a:ext cx="834775" cy="38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6600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99350" y="1781900"/>
            <a:ext cx="8151300" cy="14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99350" y="3655125"/>
            <a:ext cx="65121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2"/>
          </p:nvPr>
        </p:nvSpPr>
        <p:spPr>
          <a:xfrm>
            <a:off x="499350" y="4435700"/>
            <a:ext cx="4842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8028875" y="305100"/>
            <a:ext cx="6276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unit.la</a:t>
            </a:r>
            <a:endParaRPr sz="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Portada con patrón + foto">
  <p:cSld name="Anid_principal_2_4_2">
    <p:bg>
      <p:bgPr>
        <a:solidFill>
          <a:srgbClr val="EDEDED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rgbClr val="EDED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675" y="4881575"/>
            <a:ext cx="461325" cy="2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625" y="181475"/>
            <a:ext cx="834775" cy="38497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/>
        </p:nvSpPr>
        <p:spPr>
          <a:xfrm>
            <a:off x="8263025" y="305100"/>
            <a:ext cx="3936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unit.la</a:t>
            </a:r>
            <a:endParaRPr sz="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495000" y="1049700"/>
            <a:ext cx="6498000" cy="14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5461200" y="2573550"/>
            <a:ext cx="31824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6021425" y="305100"/>
            <a:ext cx="22416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None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lumnas color principal">
  <p:cSld name="Anid_principal_2_4_1">
    <p:bg>
      <p:bgPr>
        <a:solidFill>
          <a:srgbClr val="EDEDED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920500" y="0"/>
            <a:ext cx="3421800" cy="4838700"/>
          </a:xfrm>
          <a:prstGeom prst="rect">
            <a:avLst/>
          </a:prstGeom>
          <a:solidFill>
            <a:srgbClr val="FAA6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5342300" y="0"/>
            <a:ext cx="3801600" cy="4838700"/>
          </a:xfrm>
          <a:prstGeom prst="rect">
            <a:avLst/>
          </a:prstGeom>
          <a:solidFill>
            <a:srgbClr val="FDD7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2154300" y="2476500"/>
            <a:ext cx="3060900" cy="21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5466300" y="2476500"/>
            <a:ext cx="3064200" cy="21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2149200" y="1631100"/>
            <a:ext cx="3060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 idx="3"/>
          </p:nvPr>
        </p:nvSpPr>
        <p:spPr>
          <a:xfrm>
            <a:off x="5464350" y="1631100"/>
            <a:ext cx="3060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 idx="4"/>
          </p:nvPr>
        </p:nvSpPr>
        <p:spPr>
          <a:xfrm>
            <a:off x="499350" y="269075"/>
            <a:ext cx="11640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lumnas color secundario">
  <p:cSld name="Anid_principal_2_4_1_1">
    <p:bg>
      <p:bgPr>
        <a:solidFill>
          <a:srgbClr val="EDEDED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rgbClr val="EDED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920500" y="0"/>
            <a:ext cx="3421800" cy="48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5342300" y="0"/>
            <a:ext cx="3801600" cy="483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2154300" y="2476500"/>
            <a:ext cx="3060900" cy="21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●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Light"/>
              <a:buChar char="○"/>
              <a:defRPr sz="1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5466300" y="2476500"/>
            <a:ext cx="3064200" cy="21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●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Light"/>
              <a:buChar char="○"/>
              <a:defRPr sz="1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2149200" y="1631100"/>
            <a:ext cx="3060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title" idx="3"/>
          </p:nvPr>
        </p:nvSpPr>
        <p:spPr>
          <a:xfrm>
            <a:off x="5464350" y="1631100"/>
            <a:ext cx="3060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 idx="4"/>
          </p:nvPr>
        </p:nvSpPr>
        <p:spPr>
          <a:xfrm>
            <a:off x="499350" y="269075"/>
            <a:ext cx="11640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Clara">
  <p:cSld name="Anid_principal_2_3_1">
    <p:bg>
      <p:bgPr>
        <a:solidFill>
          <a:srgbClr val="EDEDED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/>
        </p:nvSpPr>
        <p:spPr>
          <a:xfrm>
            <a:off x="3194546" y="4945520"/>
            <a:ext cx="2754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title" idx="2"/>
          </p:nvPr>
        </p:nvSpPr>
        <p:spPr>
          <a:xfrm>
            <a:off x="499350" y="381600"/>
            <a:ext cx="42549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72675" y="2207298"/>
            <a:ext cx="4845600" cy="23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●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Light"/>
              <a:buChar char="○"/>
              <a:defRPr sz="1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Oscura">
  <p:cSld name="Anid_principal_2_3_1_1">
    <p:bg>
      <p:bgPr>
        <a:solidFill>
          <a:srgbClr val="292929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rgbClr val="EDED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3194546" y="4945520"/>
            <a:ext cx="2754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solidFill>
                <a:srgbClr val="EDED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1"/>
          </p:nvPr>
        </p:nvSpPr>
        <p:spPr>
          <a:xfrm>
            <a:off x="472675" y="2207298"/>
            <a:ext cx="4845600" cy="23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  <a:defRPr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  <a:defRPr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■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●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○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■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●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○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■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499350" y="381600"/>
            <a:ext cx="4262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 idx="2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y footer - Blanca">
  <p:cSld name="Anid_principal_2_3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/>
        </p:nvSpPr>
        <p:spPr>
          <a:xfrm>
            <a:off x="3194546" y="4945520"/>
            <a:ext cx="2754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499350" y="381600"/>
            <a:ext cx="42549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 idx="2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Font typeface="Poppins Light"/>
              <a:buNone/>
              <a:defRPr sz="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y footer - Clara">
  <p:cSld name="Anid_principal_2_3_1_2">
    <p:bg>
      <p:bgPr>
        <a:solidFill>
          <a:srgbClr val="EDEDED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/>
        </p:nvSpPr>
        <p:spPr>
          <a:xfrm>
            <a:off x="3194546" y="4945520"/>
            <a:ext cx="2754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0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499350" y="381600"/>
            <a:ext cx="4270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 txBox="1">
            <a:spLocks noGrp="1"/>
          </p:cNvSpPr>
          <p:nvPr>
            <p:ph type="title" idx="2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y footer - Oscura">
  <p:cSld name="Anid_principal_2_3_1_1_2">
    <p:bg>
      <p:bgPr>
        <a:solidFill>
          <a:srgbClr val="292929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rgbClr val="EDED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3194546" y="4945520"/>
            <a:ext cx="2754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solidFill>
                <a:srgbClr val="EDED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1"/>
          <p:cNvSpPr txBox="1">
            <a:spLocks noGrp="1"/>
          </p:cNvSpPr>
          <p:nvPr>
            <p:ph type="title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Poppins Light"/>
              <a:buNone/>
              <a:defRPr sz="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title" idx="2"/>
          </p:nvPr>
        </p:nvSpPr>
        <p:spPr>
          <a:xfrm>
            <a:off x="499350" y="381600"/>
            <a:ext cx="4262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Vacía">
  <p:cSld name="CUSTOM_7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Equipo">
  <p:cSld name="Anid_principal_2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3"/>
          <p:cNvSpPr txBox="1"/>
          <p:nvPr/>
        </p:nvSpPr>
        <p:spPr>
          <a:xfrm rot="10800000">
            <a:off x="2149300" y="1545075"/>
            <a:ext cx="280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1"/>
          </p:nvPr>
        </p:nvSpPr>
        <p:spPr>
          <a:xfrm>
            <a:off x="2155900" y="433650"/>
            <a:ext cx="5451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>
            <a:spLocks noGrp="1"/>
          </p:cNvSpPr>
          <p:nvPr>
            <p:ph type="pic" idx="2"/>
          </p:nvPr>
        </p:nvSpPr>
        <p:spPr>
          <a:xfrm>
            <a:off x="3084650" y="363095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3"/>
          <p:cNvSpPr>
            <a:spLocks noGrp="1"/>
          </p:cNvSpPr>
          <p:nvPr>
            <p:ph type="pic" idx="3"/>
          </p:nvPr>
        </p:nvSpPr>
        <p:spPr>
          <a:xfrm>
            <a:off x="2155900" y="363095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3"/>
          <p:cNvSpPr>
            <a:spLocks noGrp="1"/>
          </p:cNvSpPr>
          <p:nvPr>
            <p:ph type="pic" idx="4"/>
          </p:nvPr>
        </p:nvSpPr>
        <p:spPr>
          <a:xfrm>
            <a:off x="4013400" y="363095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3"/>
          <p:cNvSpPr>
            <a:spLocks noGrp="1"/>
          </p:cNvSpPr>
          <p:nvPr>
            <p:ph type="pic" idx="5"/>
          </p:nvPr>
        </p:nvSpPr>
        <p:spPr>
          <a:xfrm>
            <a:off x="4942150" y="363095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3"/>
          <p:cNvSpPr>
            <a:spLocks noGrp="1"/>
          </p:cNvSpPr>
          <p:nvPr>
            <p:ph type="pic" idx="6"/>
          </p:nvPr>
        </p:nvSpPr>
        <p:spPr>
          <a:xfrm>
            <a:off x="5870900" y="363095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3"/>
          <p:cNvSpPr>
            <a:spLocks noGrp="1"/>
          </p:cNvSpPr>
          <p:nvPr>
            <p:ph type="pic" idx="7"/>
          </p:nvPr>
        </p:nvSpPr>
        <p:spPr>
          <a:xfrm>
            <a:off x="6799650" y="363095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3"/>
          <p:cNvSpPr>
            <a:spLocks noGrp="1"/>
          </p:cNvSpPr>
          <p:nvPr>
            <p:ph type="pic" idx="8"/>
          </p:nvPr>
        </p:nvSpPr>
        <p:spPr>
          <a:xfrm>
            <a:off x="3084650" y="2689425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3"/>
          <p:cNvSpPr>
            <a:spLocks noGrp="1"/>
          </p:cNvSpPr>
          <p:nvPr>
            <p:ph type="pic" idx="9"/>
          </p:nvPr>
        </p:nvSpPr>
        <p:spPr>
          <a:xfrm>
            <a:off x="2155900" y="2689425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3"/>
          <p:cNvSpPr>
            <a:spLocks noGrp="1"/>
          </p:cNvSpPr>
          <p:nvPr>
            <p:ph type="pic" idx="13"/>
          </p:nvPr>
        </p:nvSpPr>
        <p:spPr>
          <a:xfrm>
            <a:off x="4013400" y="2689425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3"/>
          <p:cNvSpPr>
            <a:spLocks noGrp="1"/>
          </p:cNvSpPr>
          <p:nvPr>
            <p:ph type="pic" idx="14"/>
          </p:nvPr>
        </p:nvSpPr>
        <p:spPr>
          <a:xfrm>
            <a:off x="4942150" y="2689425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3"/>
          <p:cNvSpPr>
            <a:spLocks noGrp="1"/>
          </p:cNvSpPr>
          <p:nvPr>
            <p:ph type="pic" idx="15"/>
          </p:nvPr>
        </p:nvSpPr>
        <p:spPr>
          <a:xfrm>
            <a:off x="5870900" y="2689425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3"/>
          <p:cNvSpPr>
            <a:spLocks noGrp="1"/>
          </p:cNvSpPr>
          <p:nvPr>
            <p:ph type="pic" idx="16"/>
          </p:nvPr>
        </p:nvSpPr>
        <p:spPr>
          <a:xfrm>
            <a:off x="6799650" y="2689425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3"/>
          <p:cNvSpPr>
            <a:spLocks noGrp="1"/>
          </p:cNvSpPr>
          <p:nvPr>
            <p:ph type="pic" idx="17"/>
          </p:nvPr>
        </p:nvSpPr>
        <p:spPr>
          <a:xfrm>
            <a:off x="3084650" y="174790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3"/>
          <p:cNvSpPr>
            <a:spLocks noGrp="1"/>
          </p:cNvSpPr>
          <p:nvPr>
            <p:ph type="pic" idx="18"/>
          </p:nvPr>
        </p:nvSpPr>
        <p:spPr>
          <a:xfrm>
            <a:off x="2155900" y="174790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3"/>
          <p:cNvSpPr>
            <a:spLocks noGrp="1"/>
          </p:cNvSpPr>
          <p:nvPr>
            <p:ph type="pic" idx="19"/>
          </p:nvPr>
        </p:nvSpPr>
        <p:spPr>
          <a:xfrm>
            <a:off x="4013400" y="174790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3"/>
          <p:cNvSpPr>
            <a:spLocks noGrp="1"/>
          </p:cNvSpPr>
          <p:nvPr>
            <p:ph type="pic" idx="20"/>
          </p:nvPr>
        </p:nvSpPr>
        <p:spPr>
          <a:xfrm>
            <a:off x="4942150" y="174790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3"/>
          <p:cNvSpPr>
            <a:spLocks noGrp="1"/>
          </p:cNvSpPr>
          <p:nvPr>
            <p:ph type="pic" idx="21"/>
          </p:nvPr>
        </p:nvSpPr>
        <p:spPr>
          <a:xfrm>
            <a:off x="5870900" y="1747900"/>
            <a:ext cx="869400" cy="86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3"/>
          <p:cNvSpPr>
            <a:spLocks noGrp="1"/>
          </p:cNvSpPr>
          <p:nvPr>
            <p:ph type="pic" idx="22"/>
          </p:nvPr>
        </p:nvSpPr>
        <p:spPr>
          <a:xfrm>
            <a:off x="6799650" y="1747900"/>
            <a:ext cx="869400" cy="86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7" name="Google Shape;117;p13"/>
          <p:cNvPicPr preferRelativeResize="0"/>
          <p:nvPr/>
        </p:nvPicPr>
        <p:blipFill rotWithShape="1">
          <a:blip r:embed="rId2">
            <a:alphaModFix/>
          </a:blip>
          <a:srcRect l="47070"/>
          <a:stretch/>
        </p:blipFill>
        <p:spPr>
          <a:xfrm rot="5400000">
            <a:off x="-782388" y="2309787"/>
            <a:ext cx="4840225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Agenda / Indice largo">
  <p:cSld name="Anid_principal_2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>
            <a:spLocks noGrp="1"/>
          </p:cNvSpPr>
          <p:nvPr>
            <p:ph type="body" idx="1"/>
          </p:nvPr>
        </p:nvSpPr>
        <p:spPr>
          <a:xfrm>
            <a:off x="499350" y="1937625"/>
            <a:ext cx="4845600" cy="28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pic>
        <p:nvPicPr>
          <p:cNvPr id="121" name="Google Shape;12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63440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>
            <a:spLocks noGrp="1"/>
          </p:cNvSpPr>
          <p:nvPr>
            <p:ph type="title"/>
          </p:nvPr>
        </p:nvSpPr>
        <p:spPr>
          <a:xfrm>
            <a:off x="499350" y="604800"/>
            <a:ext cx="48456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2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Agenda / Indice corto">
  <p:cSld name="CUSTOM_4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body" idx="1"/>
          </p:nvPr>
        </p:nvSpPr>
        <p:spPr>
          <a:xfrm>
            <a:off x="2547525" y="1144800"/>
            <a:ext cx="4845600" cy="28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●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○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■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●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○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■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●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○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419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Light"/>
              <a:buChar char="■"/>
              <a:defRPr sz="3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title"/>
          </p:nvPr>
        </p:nvSpPr>
        <p:spPr>
          <a:xfrm>
            <a:off x="499350" y="269075"/>
            <a:ext cx="1368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2">
            <a:alphaModFix/>
          </a:blip>
          <a:srcRect l="47070"/>
          <a:stretch/>
        </p:blipFill>
        <p:spPr>
          <a:xfrm rot="5400000">
            <a:off x="-278163" y="2312162"/>
            <a:ext cx="4840225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Una columna">
  <p:cSld name="CUSTOM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2149200" y="1962150"/>
            <a:ext cx="48456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●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○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Char char="■"/>
              <a:defRPr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Dos columnas">
  <p:cSld name="CUSTOM_8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2154300" y="2476500"/>
            <a:ext cx="3060900" cy="21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2"/>
          </p:nvPr>
        </p:nvSpPr>
        <p:spPr>
          <a:xfrm>
            <a:off x="5466300" y="2476500"/>
            <a:ext cx="3064200" cy="21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●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○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 Light"/>
              <a:buChar char="■"/>
              <a:defRPr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title"/>
          </p:nvPr>
        </p:nvSpPr>
        <p:spPr>
          <a:xfrm>
            <a:off x="2149200" y="1631100"/>
            <a:ext cx="3060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title" idx="3"/>
          </p:nvPr>
        </p:nvSpPr>
        <p:spPr>
          <a:xfrm>
            <a:off x="5464350" y="1631100"/>
            <a:ext cx="3060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title" idx="4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title" idx="5"/>
          </p:nvPr>
        </p:nvSpPr>
        <p:spPr>
          <a:xfrm>
            <a:off x="499350" y="381600"/>
            <a:ext cx="6495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illa color principal">
  <p:cSld name="Anid_principal_1">
    <p:bg>
      <p:bgPr>
        <a:solidFill>
          <a:srgbClr val="FF704E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6380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2149200" y="2782800"/>
            <a:ext cx="65100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ubTitle" idx="1"/>
          </p:nvPr>
        </p:nvSpPr>
        <p:spPr>
          <a:xfrm>
            <a:off x="502675" y="2782800"/>
            <a:ext cx="15261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illa + fotografía color principal">
  <p:cSld name="Anid_principal_1_1">
    <p:bg>
      <p:bgPr>
        <a:solidFill>
          <a:srgbClr val="FF704E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1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566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6380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2149200" y="2782800"/>
            <a:ext cx="65100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1"/>
          </p:nvPr>
        </p:nvSpPr>
        <p:spPr>
          <a:xfrm>
            <a:off x="502675" y="2782800"/>
            <a:ext cx="15261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portadilla">
  <p:cSld name="Anid_principal_1_3">
    <p:bg>
      <p:bgPr>
        <a:solidFill>
          <a:schemeClr val="accen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6380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2149200" y="2782800"/>
            <a:ext cx="65100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"/>
          </p:nvPr>
        </p:nvSpPr>
        <p:spPr>
          <a:xfrm>
            <a:off x="502675" y="2782800"/>
            <a:ext cx="15261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Poppins Light"/>
              <a:buNone/>
              <a:defRPr sz="40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>
            <a:endParaRPr dirty="0"/>
          </a:p>
        </p:txBody>
      </p:sp>
      <p:sp>
        <p:nvSpPr>
          <p:cNvPr id="178" name="Google Shape;178;p20"/>
          <p:cNvSpPr txBox="1">
            <a:spLocks noGrp="1"/>
          </p:cNvSpPr>
          <p:nvPr>
            <p:ph type="title" idx="2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Frases sobre fondo">
  <p:cSld name="Anid_principal_2_3_1_1_1">
    <p:bg>
      <p:bgPr>
        <a:solidFill>
          <a:schemeClr val="dk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1"/>
          <p:cNvSpPr txBox="1">
            <a:spLocks noGrp="1"/>
          </p:cNvSpPr>
          <p:nvPr>
            <p:ph type="title"/>
          </p:nvPr>
        </p:nvSpPr>
        <p:spPr>
          <a:xfrm>
            <a:off x="1324425" y="1565900"/>
            <a:ext cx="64953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title" idx="2"/>
          </p:nvPr>
        </p:nvSpPr>
        <p:spPr>
          <a:xfrm>
            <a:off x="1324425" y="2955000"/>
            <a:ext cx="64953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sz="2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675" y="4881575"/>
            <a:ext cx="461325" cy="2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illa + fotografía color secundario" userDrawn="1">
  <p:cSld name="Anid_principal_1_1_2">
    <p:bg>
      <p:bgPr>
        <a:solidFill>
          <a:schemeClr val="accent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2149200" y="2782800"/>
            <a:ext cx="65100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illa + fotografía color secundario">
  <p:cSld name="Anid_principal_1_1_2_1">
    <p:bg>
      <p:bgPr>
        <a:solidFill>
          <a:schemeClr val="accent3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675" y="4881575"/>
            <a:ext cx="461325" cy="2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2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566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98" name="Google Shape;19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6380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2149200" y="2782800"/>
            <a:ext cx="65100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subTitle" idx="1"/>
          </p:nvPr>
        </p:nvSpPr>
        <p:spPr>
          <a:xfrm>
            <a:off x="502675" y="2782800"/>
            <a:ext cx="1526100" cy="19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 Light"/>
              <a:buNone/>
              <a:defRPr sz="4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_Clara">
  <p:cSld name="Anid_principal_1_1_3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4"/>
          <p:cNvGrpSpPr/>
          <p:nvPr/>
        </p:nvGrpSpPr>
        <p:grpSpPr>
          <a:xfrm>
            <a:off x="0" y="4727350"/>
            <a:ext cx="9144000" cy="330670"/>
            <a:chOff x="0" y="4727350"/>
            <a:chExt cx="9144000" cy="330670"/>
          </a:xfrm>
        </p:grpSpPr>
        <p:sp>
          <p:nvSpPr>
            <p:cNvPr id="204" name="Google Shape;204;p24"/>
            <p:cNvSpPr txBox="1"/>
            <p:nvPr/>
          </p:nvSpPr>
          <p:spPr>
            <a:xfrm>
              <a:off x="3194546" y="4945520"/>
              <a:ext cx="2754900" cy="11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sp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929"/>
                </a:buClr>
                <a:buSzPts val="600"/>
                <a:buFont typeface="Poppins"/>
                <a:buNone/>
              </a:pPr>
              <a:r>
                <a:rPr lang="es" sz="600">
                  <a:solidFill>
                    <a:srgbClr val="292929"/>
                  </a:solidFill>
                  <a:latin typeface="Poppins"/>
                  <a:ea typeface="Poppins"/>
                  <a:cs typeface="Poppins"/>
                  <a:sym typeface="Poppins"/>
                </a:rPr>
                <a:t>DUOC UC</a:t>
              </a:r>
              <a:endParaRPr sz="600">
                <a:solidFill>
                  <a:srgbClr val="29292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05" name="Google Shape;205;p2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4727350"/>
              <a:ext cx="9144000" cy="215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24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/>
          </p:nvPr>
        </p:nvSpPr>
        <p:spPr>
          <a:xfrm>
            <a:off x="499350" y="269075"/>
            <a:ext cx="20526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oppins Light"/>
              <a:buNone/>
              <a:defRPr sz="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F1C232"/>
          </p15:clr>
        </p15:guide>
        <p15:guide id="2" orient="horz" pos="283">
          <p15:clr>
            <a:srgbClr val="F1C23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full + espacio footer">
  <p:cSld name="Anid_principal_1_1_1_1">
    <p:bg>
      <p:bgPr>
        <a:solidFill>
          <a:srgbClr val="EDEDED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4835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11" name="Google Shape;21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derecha + texto izquierda">
  <p:cSld name="Anid_principal_1_1_1_1_1_1">
    <p:bg>
      <p:bgPr>
        <a:solidFill>
          <a:srgbClr val="EDEDED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6"/>
          <p:cNvSpPr txBox="1">
            <a:spLocks noGrp="1"/>
          </p:cNvSpPr>
          <p:nvPr>
            <p:ph type="body" idx="1"/>
          </p:nvPr>
        </p:nvSpPr>
        <p:spPr>
          <a:xfrm>
            <a:off x="499350" y="2574000"/>
            <a:ext cx="1470600" cy="20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●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○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■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●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○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■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●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○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30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 Light"/>
              <a:buChar char="■"/>
              <a:defRPr sz="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21" name="Google Shape;221;p26"/>
          <p:cNvSpPr>
            <a:spLocks noGrp="1"/>
          </p:cNvSpPr>
          <p:nvPr>
            <p:ph type="pic" idx="2"/>
          </p:nvPr>
        </p:nvSpPr>
        <p:spPr>
          <a:xfrm>
            <a:off x="2149200" y="1700"/>
            <a:ext cx="6994800" cy="4832100"/>
          </a:xfrm>
          <a:prstGeom prst="rect">
            <a:avLst/>
          </a:prstGeom>
          <a:noFill/>
          <a:ln>
            <a:noFill/>
          </a:ln>
        </p:spPr>
      </p:sp>
      <p:pic>
        <p:nvPicPr>
          <p:cNvPr id="222" name="Google Shape;222;p26"/>
          <p:cNvPicPr preferRelativeResize="0"/>
          <p:nvPr/>
        </p:nvPicPr>
        <p:blipFill rotWithShape="1">
          <a:blip r:embed="rId2">
            <a:alphaModFix/>
          </a:blip>
          <a:srcRect l="47070"/>
          <a:stretch/>
        </p:blipFill>
        <p:spPr>
          <a:xfrm rot="5400000">
            <a:off x="-270913" y="2309787"/>
            <a:ext cx="4840225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destacado con patrón">
  <p:cSld name="CUSTOM_6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4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25" name="Google Shape;22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27"/>
          <p:cNvSpPr txBox="1">
            <a:spLocks noGrp="1"/>
          </p:cNvSpPr>
          <p:nvPr>
            <p:ph type="body" idx="1"/>
          </p:nvPr>
        </p:nvSpPr>
        <p:spPr>
          <a:xfrm>
            <a:off x="495600" y="2589550"/>
            <a:ext cx="6499200" cy="18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4000" bIns="91425" anchor="t" anchorCtr="0">
            <a:noAutofit/>
          </a:bodyPr>
          <a:lstStyle>
            <a:lvl1pPr marL="457200" lvl="0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●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○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■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●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○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■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●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○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■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destacado con patrón + texto chico">
  <p:cSld name="CUSTOM_6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4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2" name="Google Shape;23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1268624" y="4945525"/>
            <a:ext cx="66069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600"/>
              <a:buFont typeface="Poppins"/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DUOC UC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28"/>
          <p:cNvSpPr txBox="1">
            <a:spLocks noGrp="1"/>
          </p:cNvSpPr>
          <p:nvPr>
            <p:ph type="body" idx="1"/>
          </p:nvPr>
        </p:nvSpPr>
        <p:spPr>
          <a:xfrm>
            <a:off x="495600" y="455800"/>
            <a:ext cx="7380000" cy="18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4000" bIns="91425" anchor="b" anchorCtr="0">
            <a:noAutofit/>
          </a:bodyPr>
          <a:lstStyle>
            <a:lvl1pPr marL="457200" lvl="0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●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○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■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●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○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■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●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○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406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Baskerville"/>
              <a:buChar char="■"/>
              <a:defRPr sz="2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subTitle" idx="3"/>
          </p:nvPr>
        </p:nvSpPr>
        <p:spPr>
          <a:xfrm>
            <a:off x="6219900" y="3249825"/>
            <a:ext cx="2458500" cy="1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None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litch">
  <p:cSld name="CUSTOM_2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/>
        </p:nvSpPr>
        <p:spPr>
          <a:xfrm>
            <a:off x="8395106" y="4940275"/>
            <a:ext cx="261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6" name="Google Shape;276;p36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4727350"/>
            <a:ext cx="9144000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1F1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82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15">
          <p15:clr>
            <a:srgbClr val="F1C232"/>
          </p15:clr>
        </p15:guide>
        <p15:guide id="2" pos="1278">
          <p15:clr>
            <a:srgbClr val="F1C232"/>
          </p15:clr>
        </p15:guide>
        <p15:guide id="3" pos="1354">
          <p15:clr>
            <a:srgbClr val="F1C232"/>
          </p15:clr>
        </p15:guide>
        <p15:guide id="4" pos="2320">
          <p15:clr>
            <a:srgbClr val="F1C232"/>
          </p15:clr>
        </p15:guide>
        <p15:guide id="5" pos="2395">
          <p15:clr>
            <a:srgbClr val="F1C232"/>
          </p15:clr>
        </p15:guide>
        <p15:guide id="6" pos="3365">
          <p15:clr>
            <a:srgbClr val="F1C232"/>
          </p15:clr>
        </p15:guide>
        <p15:guide id="7" pos="3440">
          <p15:clr>
            <a:srgbClr val="F1C232"/>
          </p15:clr>
        </p15:guide>
        <p15:guide id="8" pos="4406">
          <p15:clr>
            <a:srgbClr val="F1C232"/>
          </p15:clr>
        </p15:guide>
        <p15:guide id="9" pos="4482">
          <p15:clr>
            <a:srgbClr val="F1C232"/>
          </p15:clr>
        </p15:guide>
        <p15:guide id="10" pos="5449">
          <p15:clr>
            <a:srgbClr val="F1C232"/>
          </p15:clr>
        </p15:guide>
        <p15:guide id="11" orient="horz" pos="150">
          <p15:clr>
            <a:srgbClr val="F1C232"/>
          </p15:clr>
        </p15:guide>
        <p15:guide id="12" orient="horz" pos="1621">
          <p15:clr>
            <a:srgbClr val="F1C23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52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/>
        </p:nvSpPr>
        <p:spPr>
          <a:xfrm>
            <a:off x="592700" y="2782760"/>
            <a:ext cx="55116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Examen Final DevOps</a:t>
            </a:r>
            <a:endParaRPr sz="3300" b="1" dirty="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 b="1" dirty="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3">
            <a:alphaModFix/>
          </a:blip>
          <a:srcRect r="23722"/>
          <a:stretch/>
        </p:blipFill>
        <p:spPr>
          <a:xfrm>
            <a:off x="0" y="0"/>
            <a:ext cx="9144003" cy="2505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7337" y="4260639"/>
            <a:ext cx="1183463" cy="26896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 txBox="1"/>
          <p:nvPr/>
        </p:nvSpPr>
        <p:spPr>
          <a:xfrm>
            <a:off x="592700" y="3691283"/>
            <a:ext cx="4451573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Nombre Apellido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Nombre Apellido 2</a:t>
            </a:r>
            <a:endParaRPr sz="2500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4D4D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/>
        </p:nvSpPr>
        <p:spPr>
          <a:xfrm>
            <a:off x="593050" y="3397775"/>
            <a:ext cx="6695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¿Quienes estamos aquí?</a:t>
            </a:r>
            <a:endParaRPr sz="36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92" name="Google Shape;292;p38"/>
          <p:cNvCxnSpPr/>
          <p:nvPr/>
        </p:nvCxnSpPr>
        <p:spPr>
          <a:xfrm>
            <a:off x="-8925" y="2571750"/>
            <a:ext cx="919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/>
        </p:nvSpPr>
        <p:spPr>
          <a:xfrm>
            <a:off x="499350" y="211425"/>
            <a:ext cx="1529400" cy="1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BIENVENIDA Y PRESENTACIÓN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499350" y="709000"/>
            <a:ext cx="553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Inserta un título aquí…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499350" y="1556200"/>
            <a:ext cx="4962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 de manera concisa y atractiva quiénes son las protagonistas de la iniciativa, su experiencia y motivación.</a:t>
            </a:r>
            <a:endParaRPr sz="16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4D4D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/>
        </p:nvSpPr>
        <p:spPr>
          <a:xfrm>
            <a:off x="593050" y="3070050"/>
            <a:ext cx="4427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Problema o desafío a resolver:</a:t>
            </a:r>
            <a:endParaRPr sz="33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05" name="Google Shape;305;p40"/>
          <p:cNvCxnSpPr/>
          <p:nvPr/>
        </p:nvCxnSpPr>
        <p:spPr>
          <a:xfrm>
            <a:off x="-8925" y="2571750"/>
            <a:ext cx="919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/>
        </p:nvSpPr>
        <p:spPr>
          <a:xfrm>
            <a:off x="499350" y="211425"/>
            <a:ext cx="2274300" cy="1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PROBLEMA O DESAFÍO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41"/>
          <p:cNvSpPr txBox="1"/>
          <p:nvPr/>
        </p:nvSpPr>
        <p:spPr>
          <a:xfrm>
            <a:off x="499350" y="709000"/>
            <a:ext cx="553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Inserta un título aquí…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499350" y="1556200"/>
            <a:ext cx="4962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Describe de manera clara y persuasiva cuál es el problema o desafío que la iniciativa aborda. Utiliza ejemplos concretos y datos relevantes para respaldar tu argumento.</a:t>
            </a:r>
            <a:endParaRPr sz="16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4D4D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/>
        </p:nvSpPr>
        <p:spPr>
          <a:xfrm>
            <a:off x="593050" y="3070050"/>
            <a:ext cx="7477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¿Cuál es la relevancia de abordar este desafío?</a:t>
            </a:r>
            <a:endParaRPr sz="33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18" name="Google Shape;318;p42"/>
          <p:cNvCxnSpPr/>
          <p:nvPr/>
        </p:nvCxnSpPr>
        <p:spPr>
          <a:xfrm>
            <a:off x="-8925" y="2571750"/>
            <a:ext cx="919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/>
        </p:nvSpPr>
        <p:spPr>
          <a:xfrm>
            <a:off x="499350" y="211425"/>
            <a:ext cx="2274300" cy="1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RELEVANCIA 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43"/>
          <p:cNvSpPr txBox="1"/>
          <p:nvPr/>
        </p:nvSpPr>
        <p:spPr>
          <a:xfrm>
            <a:off x="499350" y="709000"/>
            <a:ext cx="553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Inserta un título aquí…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499350" y="1556200"/>
            <a:ext cx="4962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Explica la importancia y el efecto del problema tanto a nivel local como global. Conecta el problema con la audiencia para generar empatía y comprensión.</a:t>
            </a:r>
            <a:endParaRPr sz="16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4D4D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/>
        </p:nvSpPr>
        <p:spPr>
          <a:xfrm>
            <a:off x="593050" y="3070050"/>
            <a:ext cx="3585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Solución</a:t>
            </a:r>
            <a:endParaRPr sz="33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31" name="Google Shape;331;p44"/>
          <p:cNvCxnSpPr/>
          <p:nvPr/>
        </p:nvCxnSpPr>
        <p:spPr>
          <a:xfrm>
            <a:off x="-8925" y="2571750"/>
            <a:ext cx="919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/>
        </p:nvSpPr>
        <p:spPr>
          <a:xfrm>
            <a:off x="499350" y="211425"/>
            <a:ext cx="2274300" cy="1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SOLUCIÓN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499350" y="709000"/>
            <a:ext cx="553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Inserta un título aquí…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499350" y="1556200"/>
            <a:ext cx="4962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 tu propuesta de manera clara y destaca cómo aborda efectivamente el problema u oportunidad identificada.</a:t>
            </a:r>
            <a:endParaRPr sz="16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4D4D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"/>
          <p:cNvSpPr txBox="1"/>
          <p:nvPr/>
        </p:nvSpPr>
        <p:spPr>
          <a:xfrm>
            <a:off x="593050" y="3070050"/>
            <a:ext cx="3585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Efecto de la solución</a:t>
            </a:r>
            <a:endParaRPr sz="33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44" name="Google Shape;344;p46"/>
          <p:cNvCxnSpPr/>
          <p:nvPr/>
        </p:nvCxnSpPr>
        <p:spPr>
          <a:xfrm>
            <a:off x="-8925" y="2571750"/>
            <a:ext cx="919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/>
        </p:nvSpPr>
        <p:spPr>
          <a:xfrm>
            <a:off x="499350" y="211425"/>
            <a:ext cx="2274300" cy="1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EFECTO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47"/>
          <p:cNvSpPr txBox="1"/>
          <p:nvPr/>
        </p:nvSpPr>
        <p:spPr>
          <a:xfrm>
            <a:off x="499350" y="709000"/>
            <a:ext cx="553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Inserta un título aquí…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499350" y="1556200"/>
            <a:ext cx="4962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Resalta los beneficios y el efecto positivo que generará en los usuarios, la comunidad o el país en general. Utiliza ejemplos concretos y casos de éxito si es posible.</a:t>
            </a:r>
            <a:endParaRPr sz="16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4D4D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/>
        </p:nvSpPr>
        <p:spPr>
          <a:xfrm>
            <a:off x="593050" y="3070050"/>
            <a:ext cx="5391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¿Cuál es el valor de participar?</a:t>
            </a:r>
            <a:endParaRPr sz="33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57" name="Google Shape;357;p48"/>
          <p:cNvCxnSpPr/>
          <p:nvPr/>
        </p:nvCxnSpPr>
        <p:spPr>
          <a:xfrm>
            <a:off x="-8925" y="2571750"/>
            <a:ext cx="919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/>
        </p:nvSpPr>
        <p:spPr>
          <a:xfrm>
            <a:off x="499350" y="211425"/>
            <a:ext cx="2274300" cy="1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Poppins"/>
                <a:ea typeface="Poppins"/>
                <a:cs typeface="Poppins"/>
                <a:sym typeface="Poppins"/>
              </a:rPr>
              <a:t>VALOR DE PARTICIPACIÓN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49"/>
          <p:cNvSpPr txBox="1"/>
          <p:nvPr/>
        </p:nvSpPr>
        <p:spPr>
          <a:xfrm>
            <a:off x="499350" y="709000"/>
            <a:ext cx="5538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Inserta un título aquí…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4" name="Google Shape;364;p49"/>
          <p:cNvSpPr txBox="1"/>
          <p:nvPr/>
        </p:nvSpPr>
        <p:spPr>
          <a:xfrm>
            <a:off x="499350" y="1556200"/>
            <a:ext cx="4962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Destaca los aspectos únicos y diferenciadores de la iniciativa. ¿Qué lo hace especial y por qué deberían elegir apoyarlo o participar en él?</a:t>
            </a:r>
            <a:endParaRPr sz="16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52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"/>
          <p:cNvSpPr txBox="1"/>
          <p:nvPr/>
        </p:nvSpPr>
        <p:spPr>
          <a:xfrm>
            <a:off x="2083800" y="2056050"/>
            <a:ext cx="49764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¡Gracias!</a:t>
            </a:r>
            <a:endParaRPr sz="55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70" name="Google Shape;3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4103" y="270854"/>
            <a:ext cx="1286699" cy="292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 Unit V2">
  <a:themeElements>
    <a:clrScheme name="Simple Light">
      <a:dk1>
        <a:srgbClr val="282828"/>
      </a:dk1>
      <a:lt1>
        <a:srgbClr val="FFFFFF"/>
      </a:lt1>
      <a:dk2>
        <a:srgbClr val="F47959"/>
      </a:dk2>
      <a:lt2>
        <a:srgbClr val="E17457"/>
      </a:lt2>
      <a:accent1>
        <a:srgbClr val="FAA691"/>
      </a:accent1>
      <a:accent2>
        <a:srgbClr val="FDD8CF"/>
      </a:accent2>
      <a:accent3>
        <a:srgbClr val="9D7DA8"/>
      </a:accent3>
      <a:accent4>
        <a:srgbClr val="C6ACCF"/>
      </a:accent4>
      <a:accent5>
        <a:srgbClr val="D1C3D6"/>
      </a:accent5>
      <a:accent6>
        <a:srgbClr val="E3D8E5"/>
      </a:accent6>
      <a:hlink>
        <a:srgbClr val="627FC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237</Words>
  <Application>Microsoft Office PowerPoint</Application>
  <PresentationFormat>On-screen Show (16:9)</PresentationFormat>
  <Paragraphs>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Comfortaa</vt:lpstr>
      <vt:lpstr>Montserrat Light</vt:lpstr>
      <vt:lpstr>Arial</vt:lpstr>
      <vt:lpstr>Montserrat</vt:lpstr>
      <vt:lpstr>Poppins Light</vt:lpstr>
      <vt:lpstr>Poppins</vt:lpstr>
      <vt:lpstr>Libre Baskerville</vt:lpstr>
      <vt:lpstr>Poppins SemiBold</vt:lpstr>
      <vt:lpstr>Template Unit 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Robert Rozas</cp:lastModifiedBy>
  <cp:revision>3</cp:revision>
  <dcterms:modified xsi:type="dcterms:W3CDTF">2026-06-25T18:00:24Z</dcterms:modified>
</cp:coreProperties>
</file>